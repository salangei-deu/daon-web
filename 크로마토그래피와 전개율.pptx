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0500" y="2529780"/>
            <a:ext cx="1181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크로마토그래피의 이해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81000" y="3634680"/>
            <a:ext cx="11430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극성, 질량, 그리고 전개율(Rf)의 상관관계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383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742950" y="23288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809625" y="23288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정상 크로마토그래피(TLC)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에서 고정상(실리카겔)은 강한 극성을 띱니다.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742950" y="31289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09625" y="31289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극성을 띤 물질은 고정상에 강하게 달라붙어 위로 잘 올라가지 못하여 전개율이 낮아집니다.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42950" y="39290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39290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반대로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물질의 극성이 낮을수록(비극성일수록)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용매를 따라 쉽게 위로 올라가 전개율이 높아집니다.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42950" y="47291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47291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용매(전개액)의 극성을 높여주면 용매가 고정상에 대신 달라붙으면서 물질을 위로 강하게 밀어 올려 전개율이 높아집니다.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1976437"/>
            <a:ext cx="5210175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381000"/>
            <a:ext cx="116205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전개율(Rf)과 극성(Polarity)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85925"/>
            <a:ext cx="3492549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1685925"/>
            <a:ext cx="3492549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1685925"/>
            <a:ext cx="3492549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502598" y="3057525"/>
            <a:ext cx="163020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일반적인 TLC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7250" y="3705225"/>
            <a:ext cx="292104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극성이 압도적으로 중요하며 질량은 부차적입니다. 극성이 비슷할 경우, 가벼운 분자가 미세하게 더 멀리 이동하는 경향이 있습니다.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05813" y="3057525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크기 배제 크로마토그래피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35549" y="3705225"/>
            <a:ext cx="292104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오직 분자의 크기(질량)만으로 물질을 분리합니다. 크고 무거운 분자가 구멍에 빠지지 않아 가장 먼저(빠르게) 분리되어 나옵니다.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74149" y="3057525"/>
            <a:ext cx="2400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기체 크로마토그래피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13849" y="3705225"/>
            <a:ext cx="292104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물질을 기체 상태로 만들어 분리합니다. 질량이 가벼울수록 끓는점이 낮아 쉽게 기화되어 훨씬 빠르게 검출기를 통과합니다.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3850" y="2143125"/>
            <a:ext cx="6477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14312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88549" y="21431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381000"/>
            <a:ext cx="116205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분자의 질량은 관계 없을까?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43037"/>
            <a:ext cx="11049000" cy="527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200" y="1747837"/>
            <a:ext cx="285750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5277742"/>
            <a:ext cx="7200900" cy="1083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15450" y="1938337"/>
            <a:ext cx="1143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76300" y="4163317"/>
            <a:ext cx="72009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전개 시작 (Run) 초기화 (Reset)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76300" y="2391667"/>
            <a:ext cx="7200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비극성 (낮음) 극성 (높음)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76300" y="3477517"/>
            <a:ext cx="7200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비극성 (낮음) 극성 (높음)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66800" y="5468242"/>
            <a:ext cx="6819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예상 전개율 (Rf Value)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96302" y="5742533"/>
            <a:ext cx="716089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0.00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444930" y="2338387"/>
            <a:ext cx="883890" cy="1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용매 도달선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9444930" y="2338387"/>
            <a:ext cx="883890" cy="19050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9444930" y="5805487"/>
            <a:ext cx="88389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444930" y="5805487"/>
            <a:ext cx="883890" cy="1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시작선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9444930" y="5805487"/>
            <a:ext cx="883890" cy="1905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138112"/>
            <a:ext cx="116205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인터랙티브 TLC 시뮬레이터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9334500" y="5824537"/>
            <a:ext cx="1104900" cy="381000"/>
          </a:xfrm>
          <a:prstGeom prst="rect">
            <a:avLst/>
          </a:prstGeom>
          <a:solidFill>
            <a:srgbClr val="11CAA0"/>
          </a:solidFill>
          <a:ln cap="flat" cmpd="sng" w="19050">
            <a:solidFill>
              <a:srgbClr val="11C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9810750" y="571976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190500" y="2467867"/>
            <a:ext cx="1181100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381000" y="3696592"/>
            <a:ext cx="11430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크로마토그래피의 원리에 대한 질문이 있으신가요?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972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1666875" y="1790700"/>
            <a:ext cx="52768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https://www.azolifesciences.com/image-handler/picture/2021/2/shutterstock_1017216301.jpg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666875" y="2036415"/>
            <a:ext cx="5276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www.azolifesciences.com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381000"/>
            <a:ext cx="116205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